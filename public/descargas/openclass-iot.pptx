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334500" cy="5248275"/>
  <p:notesSz cx="5248275" cy="93345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Presentar el curso como una introducción aplicada al ecosistema IoT. Destacar que el enfoque no es únicamente técnico, sino también estratégico: comprender qué problema se resuelve, qué datos se capturan, cómo se procesan y qué decisiones se pueden tomar.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Explicar que IoT exige una mirada integradora. No basta con saber programar o conectar sensores. También se requiere comprender el contexto de uso, la seguridad, el mantenimiento, la escalabilidad y la utilidad real de los datos.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Esta diapositiva funciona como transición hacia el menú de semanas. Se puede usar en clase para explicar la progresión del curso y mostrar que cada semana tiene una presentación independiente.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Notas del presentador:
Aclarar que estos enlaces permiten abrir cada presentación semanal y descargar los archivos cuando ya hayan sido exportados. En desarrollo, las semanas también pueden abrirse con npm run dev:s1, npm run dev:s2 y así sucesivamente.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Created using Slidev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Internet de las cosas — Open Class</dc:title>
  <dc:subject>PptxGenJS Presentation</dc:subject>
  <dc:creator/>
  <cp:lastModifiedBy/>
  <cp:revision>1</cp:revision>
  <dcterms:created xsi:type="dcterms:W3CDTF">2026-05-18T18:41:35Z</dcterms:created>
  <dcterms:modified xsi:type="dcterms:W3CDTF">2026-05-18T18:41:35Z</dcterms:modified>
</cp:coreProperties>
</file>